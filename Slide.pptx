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a652e09a8d4734" /><Relationship Type="http://schemas.openxmlformats.org/officeDocument/2006/relationships/extended-properties" Target="/docProps/app.xml" Id="R8d6794a2d4af4e80" /><Relationship Type="http://schemas.openxmlformats.org/officeDocument/2006/relationships/officeDocument" Target="/ppt/presentation.xml" Id="Rbbbdccb1a81c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fd2e7187d4217"/>
  </p:sldMasterIdLst>
  <p:notesMasterIdLst>
    <p:notesMasterId xmlns:r="http://schemas.openxmlformats.org/officeDocument/2006/relationships" r:id="R5fe651e5d60d49f5"/>
  </p:notesMasterIdLst>
  <p:sldIdLst>
    <p:sldId xmlns:r="http://schemas.openxmlformats.org/officeDocument/2006/relationships" id="256" r:id="R5e6a33733b9c41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c231f003764763" /><Relationship Type="http://schemas.openxmlformats.org/officeDocument/2006/relationships/slideMaster" Target="/ppt/slideMasters/slideMaster1.xml" Id="Rbd2fd2e7187d4217" /><Relationship Type="http://schemas.openxmlformats.org/officeDocument/2006/relationships/notesMaster" Target="/ppt/notesMasters/notesMaster1.xml" Id="R5fe651e5d60d49f5" /><Relationship Type="http://schemas.openxmlformats.org/officeDocument/2006/relationships/presProps" Target="/ppt/presProps.xml" Id="Re10634b0b0cc4955" /><Relationship Type="http://schemas.openxmlformats.org/officeDocument/2006/relationships/tableStyles" Target="/ppt/tableStyles.xml" Id="Rc58e71fc3e714e17" /><Relationship Type="http://schemas.openxmlformats.org/officeDocument/2006/relationships/slide" Target="/ppt/slides/slide1.xml" Id="R5e6a33733b9c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79e1ae4c4c42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2ea66eea3c48ab" /><Relationship Type="http://schemas.openxmlformats.org/officeDocument/2006/relationships/notesMaster" Target="/ppt/notesMasters/notesMaster1.xml" Id="Rdfa05e8447de4a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CS13_HoSoTinhHuong.pdf và CS13_Roadmap_De1.xlsx. Các con số là giả định của đề bài.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6e6e4e8b447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340350d2b4e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58b5a87a74d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fbfef4a3748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77cde0a964c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361f008c3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EE684-817C-4A5C-8F4D-DC84C9F13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25C606-8F4A-4DBF-AC8F-A1A89FC79E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30F060-5B48-47D7-9CC0-718FD3503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6445E5-CCC2-4B3A-8E3C-6DDF4FEE9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22CBA2-6F14-47CC-A3FC-9281671052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EB1A82-E1AA-4EC4-8E33-368EB13C3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854EB3-86BE-462F-9888-94DBD1A3CC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AC482B-5192-4B19-88C0-EE359AB0B6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823F56-6B99-4CC7-A246-0777D8BF9B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8EE988-54B3-40CE-9E13-4E1B41FC7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089bd3c3c0407c" /><Relationship Type="http://schemas.openxmlformats.org/officeDocument/2006/relationships/slideLayout" Target="/ppt/slideLayouts/slideLayout1.xml" Id="R2436d35b3f704ca1" /><Relationship Type="http://schemas.openxmlformats.org/officeDocument/2006/relationships/slideLayout" Target="/ppt/slideLayouts/slideLayout2.xml" Id="R740b03a785ee4d18" /><Relationship Type="http://schemas.openxmlformats.org/officeDocument/2006/relationships/slideLayout" Target="/ppt/slideLayouts/slideLayout3.xml" Id="Rc91a4abde08340ea" /><Relationship Type="http://schemas.openxmlformats.org/officeDocument/2006/relationships/slideLayout" Target="/ppt/slideLayouts/slideLayout4.xml" Id="R4e6657f563b64a1b" /><Relationship Type="http://schemas.openxmlformats.org/officeDocument/2006/relationships/slideLayout" Target="/ppt/slideLayouts/slideLayout5.xml" Id="Rdb62513c31974785" /><Relationship Type="http://schemas.openxmlformats.org/officeDocument/2006/relationships/slideLayout" Target="/ppt/slideLayouts/slideLayout6.xml" Id="R1e500487fe52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36d35b3f704ca1"/>
    <p:sldLayoutId xmlns:r="http://schemas.openxmlformats.org/officeDocument/2006/relationships" id="2147483650" r:id="R740b03a785ee4d18"/>
    <p:sldLayoutId xmlns:r="http://schemas.openxmlformats.org/officeDocument/2006/relationships" id="2147483651" r:id="Rc91a4abde08340ea"/>
    <p:sldLayoutId xmlns:r="http://schemas.openxmlformats.org/officeDocument/2006/relationships" id="2147483652" r:id="R4e6657f563b64a1b"/>
    <p:sldLayoutId xmlns:r="http://schemas.openxmlformats.org/officeDocument/2006/relationships" id="2147483653" r:id="Rdb62513c31974785"/>
    <p:sldLayoutId xmlns:r="http://schemas.openxmlformats.org/officeDocument/2006/relationships" id="2147483654" r:id="R1e500487fe52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af3371d054bfb" /><Relationship Type="http://schemas.openxmlformats.org/officeDocument/2006/relationships/notesSlide" Target="/ppt/notesSlides/notesSlide1.xml" Id="R790c80ae5abb46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1C4B6-A7FE-442B-82CA-93DB8822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12839-1C84-40C3-ADEC-7650446D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CS13 · Lộ trình sản phẩm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7550D-D253-4BE6-A22A-573A28B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SổSạch: ưu tiên nhập hoá đơn điện tử và đối chiếu mã số thuế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5B29E-C25A-4ACB-B22F-717FE1E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B67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5B677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775"/>
                </a:solidFill>
                <a:latin typeface="Arial"/>
                <a:ea typeface="Arial"/>
                <a:cs typeface="Arial"/>
              </a:rPr>
              <a:t>Kết luận 0–3 tháng: giảm ≥70% thời gian nhập và giữ 0 lỗi mã số thuế hoặc tiền trên 40 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EE154-F459-4738-AA53-B148F304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2284A-F082-458A-89B2-5C9AE374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3 việc chính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4B364-9F6B-4F73-8E97-946D20DF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1  Nhập tệp gốc hoá đơn điện tử</a:t>
            </a:r>
          </a:p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2  Đối chiếu mã số thuế người bán</a:t>
            </a:r>
          </a:p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3  Mở rộng đọc ảnh, giữ cờ thừa ≤20%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01DD5-ED37-42FC-8DD9-1F6CED52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76450"/>
            <a:ext cx="19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0A0C6-8281-4477-9D4C-987BFF9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Cần gì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346CB-902C-4008-8AF5-46A3861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Phần mềm kế toán hiện có</a:t>
            </a:r>
          </a:p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Dịch vụ tra cứu mã số thuế</a:t>
            </a:r>
          </a:p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Bộ đề 40 ca và hoá đơn thật ẩn danh</a:t>
            </a:r>
          </a:p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Chị Hạnh duyệt theo mẫu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EC12C-3C18-4A42-9150-6232C510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792EC-EB2D-45D7-BF98-DC1B8254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Rủi ro và cách xử lý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C1D08-493B-48BC-8F9D-5FA93278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2A"/>
                </a:solidFill>
                <a:latin typeface="Arial"/>
                <a:ea typeface="Arial"/>
                <a:cs typeface="Arial"/>
              </a:rPr>
              <a:t>Lỗi mã số thuế hoặc tiền: giữ người duyệt, cảnh báo ngay khi có 1 lỗi và quay lại mức trước để sửa.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23828-8C06-4B07-B540-1AD8990C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91000"/>
            <a:ext cx="3810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7C5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30E78-9034-43B6-9C40-9925AAD5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529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Mốc xem lại</a:t>
            </a:r>
          </a:p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Ngày 30 · 60 · 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9A0A4-2554-4455-9B63-4F937EE1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5B67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>
                <a:solidFill>
                  <a:srgbClr val="5B677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B6775"/>
                </a:solidFill>
                <a:latin typeface="Arial"/>
                <a:ea typeface="Arial"/>
                <a:cs typeface="Arial"/>
              </a:rPr>
              <a:t>Dừng mở rộng nếu doanh thu &lt;3,71 triệu/văn phòng trong 2 tháng liên tiếp trên ≥10 văn phòng.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4008E-B15A-44B7-B555-6F048243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B67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5B67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775"/>
                </a:solidFill>
                <a:latin typeface="Arial"/>
                <a:ea typeface="Arial"/>
                <a:cs typeface="Arial"/>
              </a:rPr>
              <a:t>Mức 1: hỗ trợ có duyệt · Mức 2: tự động một phần · Mức 3: tự động có giám sát 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7D14A-F1C6-4804-B8F0-CE5DE6F4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436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IcarusDaedalus</a:t>
            </a:r>
          </a:p>
        </p:txBody>
      </p:sp>
    </p:spTree>
    <p:extLst>
      <p:ext uri="{BB962C8B-B14F-4D97-AF65-F5344CB8AC3E}">
        <p14:creationId xmlns:p14="http://schemas.microsoft.com/office/powerpoint/2010/main" val="165623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2026-10-16T10:28:56.7580000Z</dcterms:created>
  <dcterms:modified xsi:type="dcterms:W3CDTF">2026-10-16T10:28:56.7580000Z</dcterms:modified>
</coreProperties>
</file>